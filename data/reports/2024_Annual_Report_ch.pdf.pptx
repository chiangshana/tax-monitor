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2024_Annual_Report_ch.pdf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latin typeface="Taipei Sans TC Beta"/>
              </a:defRPr>
            </a:pPr>
            <a:r>
              <a:t>Tax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2C3E6B"/>
                </a:solidFill>
                <a:latin typeface="Taipei Sans TC Beta"/>
              </a:defRPr>
            </a:pPr>
            <a:r>
              <a:t>Automated Tax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latin typeface="Times New Roman"/>
              </a:defRPr>
            </a:pPr>
            <a:r>
              <a:t>May 07,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監測摘要: CHANNEL PILOT LIMITED 董事長 ASUS INTERNATIONAL LIMITED（代表人：施崇棠） 30,033,000 100.00%；遠智(香港)有限公司 董事 DYNALINK INTERNATIONAL CORP （代表人：雷漢文） 1,600,000 100.00%；ASUS INTERNATIONAL LIMITED 董事長 華碩電腦（股）公司（代表人：施崇棠） 89,730,042 100.00%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風險判斷: 風險等級：Medium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關鍵證據: 113/06/26 113/06/26 社團法人中華公司治理協會 董事會績效評估實務分享研討會(2024) 3小時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建議行動: 確認是否影響既有流程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監測摘要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CHANNEL PILOT LIMITED 董事長 ASUS INTERNATIONAL LIMITED（代表人：施崇棠） 30,033,000 100.00%；遠智(香港)有限公司 董事 DYNALINK INTERNATIONAL CORP （代表人：雷漢文） 1,600,000 100.00%；ASUS INTERNATIONAL LIMITED 董事長 華碩電腦（股）公司（代表人：施崇棠） 89,730,042 100.00%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風險判斷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風險等級：Medium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關鍵證據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113/06/26 113/06/26 社團法人中華公司治理協會 董事會績效評估實務分享研討會(2024) 3小時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董事長 華碩電腦（股）公司（代表人：林福能） 19,000,000 100.00%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董事長兼總經理 華碩電腦（股）公司（代表人：林成貴） 480,000,000 100.00%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建議行動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確認是否影響既有流程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納入本月監控清單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整理受影響部門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資料來源 / Sources &amp;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原始文件 / Source title: 2024_Annual_Report_ch.pdf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來源網址 / URL: https://www.asus.com/EVENT/Investor/Content/attachment/2024_Annual_Report_ch.pdf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來源類型 / Source: pdf via all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原文語言 / Original language: zh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地區 / 產業: n/a · technology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匯入時間 / Ingested at: 2026-05-07T18:06:10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風險判斷 / Risk: Medium (audit, filing_obligation, compliance_change)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