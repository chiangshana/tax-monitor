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demo_tax_update.txt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Tax Monitor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頁1：風險概述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風險等級：High（2026年草案指南引發重大合規風險）</a:t>
            </a:r>
          </a:p>
          <a:p>
            <a:pPr/>
            <a:r>
              <a:t>草案發布時間：2026年4月，生效日期為2026年</a:t>
            </a:r>
          </a:p>
          <a:p>
            <a:pPr/>
            <a:r>
              <a:t>合規要求：跨國企業需增加額外申報義務</a:t>
            </a:r>
          </a:p>
          <a:p>
            <a:pPr/>
            <a:r>
              <a:t>罰款風險：遲報處罰機制明確，影響範圍廣</a:t>
            </a:r>
          </a:p>
          <a:p>
            <a:pPr/>
            <a:r>
              <a:t>管理重點：更新合規流程、審查報告門檻、強化內控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頁2：地區影響分析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地區分別：需針對美國、歐盟、亞太等主要市場分析</a:t>
            </a:r>
          </a:p>
          <a:p>
            <a:pPr/>
            <a:r>
              <a:t>美國：可能涉及CFC規則與Form 5471申報要求</a:t>
            </a:r>
          </a:p>
          <a:p>
            <a:pPr/>
            <a:r>
              <a:t>歐盟：遵循BEPS 2.0框架，強化轉移定價監管</a:t>
            </a:r>
          </a:p>
          <a:p>
            <a:pPr/>
            <a:r>
              <a:t>亞太：關注澳洲ATO與日本國稅廳的本地化執行標準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頁3：重點摘要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核心變動：新增跨國企業申報門檻與資料透明度要求</a:t>
            </a:r>
          </a:p>
          <a:p>
            <a:pPr/>
            <a:r>
              <a:t>關鍵時點：2026年4月草案生效，企業需提前準備</a:t>
            </a:r>
          </a:p>
          <a:p>
            <a:pPr/>
            <a:r>
              <a:t>罰則明確：遲報將導致高額罰款與聲譽風險</a:t>
            </a:r>
          </a:p>
          <a:p>
            <a:pPr/>
            <a:r>
              <a:t>合規重點：報表門檻審查、流程自動化與內部稽核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頁4：風險判斷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高風險領域：未更新流程的企業可能面臨罰款（最高達申報金額30%）</a:t>
            </a:r>
          </a:p>
          <a:p>
            <a:pPr/>
            <a:r>
              <a:t>地區差異：亞太市場監管趨嚴，罰則執行力度較高</a:t>
            </a:r>
          </a:p>
          <a:p>
            <a:pPr/>
            <a:r>
              <a:t>時間壓力：2026年生效，需於2025年底前完成系統調整</a:t>
            </a:r>
          </a:p>
          <a:p>
            <a:pPr/>
            <a:r>
              <a:t>資料缺口：部分地區未明確界定「報告門檻」標準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