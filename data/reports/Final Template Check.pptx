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1371600"/>
            <a:ext cx="7863840" cy="1097280"/>
          </a:xfrm>
          <a:prstGeom prst="round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Final Template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latin typeface="Taipei Sans TC Beta"/>
              </a:defRPr>
            </a:pPr>
            <a:r>
              <a:t>Tax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74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i="1">
                <a:solidFill>
                  <a:srgbClr val="2C3E6B"/>
                </a:solidFill>
                <a:latin typeface="Taipei Sans TC Beta"/>
              </a:defRPr>
            </a:pPr>
            <a:r>
              <a:t>Automated Tax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023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latin typeface="Times New Roman"/>
              </a:defRPr>
            </a:pPr>
            <a:r>
              <a:t>April 24,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重點摘要: 已使用本地 python-pptx 生成 Colab 風格簡報</a:t>
            </a:r>
          </a:p>
          <a:p>
            <a:pPr>
              <a:spcAft>
                <a:spcPts val="1200"/>
              </a:spcAft>
              <a:defRPr sz="2000">
                <a:solidFill>
                  <a:srgbClr val="222C38"/>
                </a:solidFill>
                <a:latin typeface="Taipei Sans TC Beta"/>
              </a:defRPr>
            </a:pPr>
            <a:r>
              <a:t>• 下一步行動: 使用 DuckDuckGo 搜尋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重點摘要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已使用本地 python-pptx 生成 Colab 風格簡報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包含頁尾、頁碼、日期與系統名稱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8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9144000" cy="648000"/>
          </a:xfrm>
          <a:prstGeom prst="rect">
            <a:avLst/>
          </a:prstGeom>
          <a:noFill/>
        </p:spPr>
        <p:txBody>
          <a:bodyPr wrap="none" anchor="ctr" lIns="274320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Taipei Sans TC Beta"/>
              </a:defRPr>
            </a:pPr>
            <a:r>
              <a:t>下一步行動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76600"/>
            <a:ext cx="8229600" cy="35353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使用 DuckDuckGo 搜尋</a:t>
            </a:r>
          </a:p>
          <a:p>
            <a:pPr>
              <a:spcAft>
                <a:spcPts val="1200"/>
              </a:spcAft>
              <a:defRPr sz="2200">
                <a:solidFill>
                  <a:srgbClr val="222C38"/>
                </a:solidFill>
                <a:latin typeface="Taipei Sans TC Beta"/>
              </a:defRPr>
            </a:pPr>
            <a:r>
              <a:t>• 匯入文件並訓練關鍵字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Times New Roman"/>
              </a:defRPr>
            </a:pPr>
            <a:r>
              <a:t>2026/04/24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1200" y="4927500"/>
            <a:ext cx="1461599" cy="21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691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latin typeface="Times New Roman"/>
              </a:defRPr>
            </a:pPr>
            <a:r>
              <a:t>Tax Monitor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