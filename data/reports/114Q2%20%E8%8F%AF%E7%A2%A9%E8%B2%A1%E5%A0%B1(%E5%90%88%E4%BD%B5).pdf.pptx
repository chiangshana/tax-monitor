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114Q2%20%E8%8F%AF%E7%A2%A9%E8%B2%A1%E5%A0%B1(%E5%90%88%E4%BD%B5).pdf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May 07,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-日幣/美金 JPY 6,889,000 115/03 JPY 5,450,000 114/06；-日幣/美金 JPY 7,768,000 115/03 JPY 800,000 114/03；-墨西哥幣/美金 MXN 474,300 114/08 MXN 29,000 114/02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風險等級：Medium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準則及經金融監督管理委員會認可並發布生效之國際會計準則第 34 號期中財務報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確認是否影響既有流程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-日幣/美金 JPY 6,889,000 115/03 JPY 5,450,000 114/06；-日幣/美金 JPY 7,768,000 115/03 JPY 800,000 114/03；-墨西哥幣/美金 MXN 474,300 114/08 MXN 29,000 114/02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準則及經金融監督管理委員會認可並發布生效之國際會計準則第 34 號期中財務報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(一)已採用金融監督管理委員會(以下簡稱「金管會」)認可並發布生效之新發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下表彙列金管會認可並發布生效之民國 114 年適用之國際財務報導準則會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確認是否影響既有流程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納入本月監控清單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整理受影響部門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資料來源 / Sources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原始文件 / Source title: 114Q2%20%E8%8F%AF%E7%A2%A9%E8%B2%A1%E5%A0%B1(%E5%90%88%E4%BD%B5).pdf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來源網址 / URL: https://www.asus.com/EVENT/Investor/Content/attachment/114Q2%20%E8%8F%AF%E7%A2%A9%E8%B2%A1%E5%A0%B1(%E5%90%88%E4%BD%B5).pdf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來源類型 / Source: pdf via all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原文語言 / Original language: zh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地區 / 產業: n/a · technology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匯入時間 / Ingested at: 2026-05-07T18:06:10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風險判斷 / Risk: Medium (audit, filing_obligation, effective_date)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