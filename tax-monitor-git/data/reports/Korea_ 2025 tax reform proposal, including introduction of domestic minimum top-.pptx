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Korea: 2025 tax reform proposal, including introduction of domestic minimum top-up tax</a:t>
            </a:r>
          </a:p>
        </p:txBody>
      </p:sp>
      <p:sp>
        <p:nvSpPr>
          <p:cNvPr id="3" name="Subtitle 2"/>
          <p:cNvSpPr>
            <a:spLocks noGrp="1"/>
          </p:cNvSpPr>
          <p:nvPr>
            <p:ph type="subTitle" idx="1"/>
          </p:nvPr>
        </p:nvSpPr>
        <p:spPr/>
        <p:txBody>
          <a:bodyPr/>
          <a:lstStyle/>
          <a:p>
            <a:r>
              <a:t>Generated by Tax Monitor API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監測摘要</a:t>
            </a:r>
          </a:p>
        </p:txBody>
      </p:sp>
      <p:sp>
        <p:nvSpPr>
          <p:cNvPr id="3" name="Content Placeholder 2"/>
          <p:cNvSpPr>
            <a:spLocks noGrp="1"/>
          </p:cNvSpPr>
          <p:nvPr>
            <p:ph idx="1"/>
          </p:nvPr>
        </p:nvSpPr>
        <p:spPr/>
        <p:txBody>
          <a:bodyPr/>
          <a:lstStyle/>
          <a:p>
            <a:pPr/>
            <a:r>
              <a:t>KPMG International Limited is a private English company limited by guarantee and does not provide services to clients.；The Ministry of Economy and Finance (MOEF) on July 31, 2025, announced the "2025 Tax Reform Proposal” for consultation from August 1, 2025, to August 14, 2025.；No member firm has any authority to obligate or bind KPMG International or any other member firm vis-à-vis third parties, nor does KPMG Int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風險判斷</a:t>
            </a:r>
          </a:p>
        </p:txBody>
      </p:sp>
      <p:sp>
        <p:nvSpPr>
          <p:cNvPr id="3" name="Content Placeholder 2"/>
          <p:cNvSpPr>
            <a:spLocks noGrp="1"/>
          </p:cNvSpPr>
          <p:nvPr>
            <p:ph idx="1"/>
          </p:nvPr>
        </p:nvSpPr>
        <p:spPr/>
        <p:txBody>
          <a:bodyPr/>
          <a:lstStyle/>
          <a:p>
            <a:pPr/>
            <a:r>
              <a:t>風險等級：Medium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關鍵證據</a:t>
            </a:r>
          </a:p>
        </p:txBody>
      </p:sp>
      <p:sp>
        <p:nvSpPr>
          <p:cNvPr id="3" name="Content Placeholder 2"/>
          <p:cNvSpPr>
            <a:spLocks noGrp="1"/>
          </p:cNvSpPr>
          <p:nvPr>
            <p:ph idx="1"/>
          </p:nvPr>
        </p:nvSpPr>
        <p:spPr/>
        <p:txBody>
          <a:bodyPr/>
          <a:lstStyle/>
          <a:p>
            <a:pPr/>
            <a:r>
              <a:t>KPMG International Limited is a private English company limited by guarantee and does not provide services to clients.</a:t>
            </a:r>
          </a:p>
          <a:p>
            <a:pPr/>
            <a:r>
              <a:t>The Ministry of Economy and Finance (MOEF) on July 31, 2025, announced the "2025 Tax Reform Proposal” for consultation from August 1, 2025, to August 14, 2025.</a:t>
            </a:r>
          </a:p>
          <a:p>
            <a:pPr/>
            <a:r>
              <a:t>Korea: 2025 tax reform proposal, including introduction of domestic minimum top-up tax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建議行動</a:t>
            </a:r>
          </a:p>
        </p:txBody>
      </p:sp>
      <p:sp>
        <p:nvSpPr>
          <p:cNvPr id="3" name="Content Placeholder 2"/>
          <p:cNvSpPr>
            <a:spLocks noGrp="1"/>
          </p:cNvSpPr>
          <p:nvPr>
            <p:ph idx="1"/>
          </p:nvPr>
        </p:nvSpPr>
        <p:spPr/>
        <p:txBody>
          <a:bodyPr/>
          <a:lstStyle/>
          <a:p>
            <a:pPr/>
            <a:r>
              <a:t>確認是否影響既有流程</a:t>
            </a:r>
          </a:p>
          <a:p>
            <a:pPr/>
            <a:r>
              <a:t>納入本月監控清單</a:t>
            </a:r>
          </a:p>
          <a:p>
            <a:pPr/>
            <a:r>
              <a:t>整理受影響部門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