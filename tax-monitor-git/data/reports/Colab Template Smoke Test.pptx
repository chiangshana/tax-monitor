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Colab Template Smoke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Risk Summary: High risk item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Recommended Action: Review filing obligation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Risk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High risk item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Effective date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Recommended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Review filing obligation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Prepare management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