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2024_Annual_Report_ch.pdf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董事 ASUS TECHNOLOGY PTE LIMITED（代表人：Li, Yu-Lin） 375,000 100.00%；CHANNEL PILOT LIMITED 董事長 ASUS INTERNATIONAL LIMITED（代表人：施崇棠） 30,033,000 100.00%；遠智(香港)有限公司 董事 DYNALINK INTERNATIONAL CORP （代表人：雷漢文） 1,600,000 100.00%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風險等級：Medium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董事 ASUS TECHNOLOGY PTE LIMITED（代表人：Li, Yu-Lin） 375,000 100.00%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確認是否影響既有流程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董事 ASUS TECHNOLOGY PTE LIMITED（代表人：Li, Yu-Lin） 375,000 100.00%；CHANNEL PILOT LIMITED 董事長 ASUS INTERNATIONAL LIMITED（代表人：施崇棠） 30,033,000 100.00%；遠智(香港)有限公司 董事 DYNALINK INTERNATIONAL CORP （代表人：雷漢文） 1,600,000 100.00%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董事 ASUS TECHNOLOGY PTE LIMITED（代表人：Li, Yu-Lin） 375,000 100.00%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註二：兼任下列公司董事長：ASUS TECHNOLOGY PTE.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113/06/26 113/06/26 社團法人中華公司治理協會 董事會績效評估實務分享研討會(2024) 3小時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確認是否影響既有流程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納入本月監控清單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整理受影響部門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