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Sample 2026 Cross-Border Tax Filing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頁1：修法重點與影響範圍: 2026年4月草案新增跨境服務收入跨国集團強制申報義務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頁2：風險與管理: 遲交風險：罰款（最高申報金額10%）、審計檢查及補充文件要求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頁3：建議行動: 成立跨部門專案小組（財務/法務/稅務）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頁1：修法重點與影響範圍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2026年4月草案新增跨境服務收入跨国集團強制申報義務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適用對象：擁有跨境服務收入且符合規模門檻的跨国集團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生效日期：2026年7月1日（首次申報截止日需提前6個月準備）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頁2：風險與管理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遲交風險：罰款（最高申報金額10%）、審計檢查及補充文件要求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需指定專人確認申報門檻標準（如收入門檻或資產門檻）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後續監控：持續追蹤稅務當局發布的實務指引與申報格式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頁3：建議行動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成立跨部門專案小組（財務/法務/稅務）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2026年1月前完成系統與流程升級（含申報模板與文件存檔）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針對高風險業務進行合規培訓（含跨境服務收入歸屬判斷）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每季審查申報門檻變動與稅務當局最新指引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