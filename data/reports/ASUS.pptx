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ASUS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latin typeface="Taipei Sans TC Beta"/>
              </a:defRPr>
            </a:pPr>
            <a:r>
              <a:t>Tax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2C3E6B"/>
                </a:solidFill>
                <a:latin typeface="Taipei Sans TC Beta"/>
              </a:defRPr>
            </a:pPr>
            <a:r>
              <a:t>Automated Tax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latin typeface="Times New Roman"/>
              </a:defRPr>
            </a:pPr>
            <a:r>
              <a:t>April 26,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監測摘要: 於投資人關係網站中提供過去五年的年報, 若須查詢歷史資訊，請連結至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風險判斷: 風險等級：Low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關鍵證據: 於投資人關係網站中提供過去五年的年報, 若須查詢歷史資訊，請連結至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建議行動: 持續追蹤後續公告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監測摘要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於投資人關係網站中提供過去五年的年報, 若須查詢歷史資訊，請連結至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風險判斷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風險等級：Low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關鍵證據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於投資人關係網站中提供過去五年的年報, 若須查詢歷史資訊，請連結至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建議行動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持續追蹤後續公告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保留本次摘要供日後比對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