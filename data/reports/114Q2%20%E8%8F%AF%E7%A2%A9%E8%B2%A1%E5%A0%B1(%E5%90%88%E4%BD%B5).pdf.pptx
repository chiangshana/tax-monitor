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1371600"/>
            <a:ext cx="7863840" cy="1097280"/>
          </a:xfrm>
          <a:prstGeom prst="round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Taipei Sans TC Beta"/>
              </a:defRPr>
            </a:pPr>
            <a:r>
              <a:t>114Q2%20%E8%8F%AF%E7%A2%A9%E8%B2%A1%E5%A0%B1(%E5%90%88%E4%BD%B5).pdf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260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latin typeface="Taipei Sans TC Beta"/>
              </a:defRPr>
            </a:pPr>
            <a:r>
              <a:t>Tax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2C3E6B"/>
                </a:solidFill>
                <a:latin typeface="Taipei Sans TC Beta"/>
              </a:defRPr>
            </a:pPr>
            <a:r>
              <a:t>Automated Tax Risk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0233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latin typeface="Times New Roman"/>
              </a:defRPr>
            </a:pPr>
            <a:r>
              <a:t>April 26,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Times New Roman"/>
              </a:defRPr>
            </a:pPr>
            <a:r>
              <a:t>2026/04/26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Tax Monitor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8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9144000" cy="648000"/>
          </a:xfrm>
          <a:prstGeom prst="rect">
            <a:avLst/>
          </a:prstGeom>
          <a:noFill/>
        </p:spPr>
        <p:txBody>
          <a:bodyPr wrap="none" anchor="ctr" lIns="27432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Taipei Sans TC Beta"/>
              </a:defRPr>
            </a:pPr>
            <a:r>
              <a:t>Executive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6600"/>
            <a:ext cx="8229600" cy="3535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C38"/>
                </a:solidFill>
                <a:latin typeface="Taipei Sans TC Beta"/>
              </a:defRPr>
            </a:pPr>
            <a:r>
              <a:t>• 監測摘要: ASTP ACCO 哥倫比亞 哥倫比亞地區 3C資訊產品之支援 879               984               74,489             100.00    13,848               3,819              -                   註二；ASTP ACMY 馬來西亞 馬來西亞地區 3C資訊產品之支援及維修 3,424            3,831            500,000           100.00    30,858               1,638              -                   註二；A25 俄羅斯 俄羅斯地區3C資訊產品之銷售 4                   4                   -                   100.00    5,689                 107)(                 -                   註二</a:t>
            </a:r>
          </a:p>
          <a:p>
            <a:pPr>
              <a:spcAft>
                <a:spcPts val="1200"/>
              </a:spcAft>
              <a:defRPr sz="2000">
                <a:solidFill>
                  <a:srgbClr val="222C38"/>
                </a:solidFill>
                <a:latin typeface="Taipei Sans TC Beta"/>
              </a:defRPr>
            </a:pPr>
            <a:r>
              <a:t>• 風險判斷: 風險等級：Medium</a:t>
            </a:r>
          </a:p>
          <a:p>
            <a:pPr>
              <a:spcAft>
                <a:spcPts val="1200"/>
              </a:spcAft>
              <a:defRPr sz="2000">
                <a:solidFill>
                  <a:srgbClr val="222C38"/>
                </a:solidFill>
                <a:latin typeface="Taipei Sans TC Beta"/>
              </a:defRPr>
            </a:pPr>
            <a:r>
              <a:t>• 關鍵證據: 準則及經金融監督管理委員會認可並發布生效之國際會計準則第 34 號期中財務報</a:t>
            </a:r>
          </a:p>
          <a:p>
            <a:pPr>
              <a:spcAft>
                <a:spcPts val="1200"/>
              </a:spcAft>
              <a:defRPr sz="2000">
                <a:solidFill>
                  <a:srgbClr val="222C38"/>
                </a:solidFill>
                <a:latin typeface="Taipei Sans TC Beta"/>
              </a:defRPr>
            </a:pPr>
            <a:r>
              <a:t>• 建議行動: 確認是否影響既有流程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Times New Roman"/>
              </a:defRPr>
            </a:pPr>
            <a:r>
              <a:t>2026/04/26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Tax Monitor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8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9144000" cy="648000"/>
          </a:xfrm>
          <a:prstGeom prst="rect">
            <a:avLst/>
          </a:prstGeom>
          <a:noFill/>
        </p:spPr>
        <p:txBody>
          <a:bodyPr wrap="none" anchor="ctr" lIns="27432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Taipei Sans TC Beta"/>
              </a:defRPr>
            </a:pPr>
            <a:r>
              <a:t>監測摘要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6600"/>
            <a:ext cx="8229600" cy="3535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ASTP ACCO 哥倫比亞 哥倫比亞地區 3C資訊產品之支援 879               984               74,489             100.00    13,848               3,819              -                   註二；ASTP ACMY 馬來西亞 馬來西亞地區 3C資訊產品之支援及維修 3,424            3,831            500,000           100.00    30,858               1,638              -                   註二；A25 俄羅斯 俄羅斯地區3C資訊產品之銷售 4                   4                   -                   100.00    5,689                 107)(                 -                   註二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Times New Roman"/>
              </a:defRPr>
            </a:pPr>
            <a:r>
              <a:t>2026/04/26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Tax Monitor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8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9144000" cy="648000"/>
          </a:xfrm>
          <a:prstGeom prst="rect">
            <a:avLst/>
          </a:prstGeom>
          <a:noFill/>
        </p:spPr>
        <p:txBody>
          <a:bodyPr wrap="none" anchor="ctr" lIns="27432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Taipei Sans TC Beta"/>
              </a:defRPr>
            </a:pPr>
            <a:r>
              <a:t>風險判斷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6600"/>
            <a:ext cx="8229600" cy="3535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風險等級：Medium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Times New Roman"/>
              </a:defRPr>
            </a:pPr>
            <a:r>
              <a:t>2026/04/26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Tax Monitor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8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9144000" cy="648000"/>
          </a:xfrm>
          <a:prstGeom prst="rect">
            <a:avLst/>
          </a:prstGeom>
          <a:noFill/>
        </p:spPr>
        <p:txBody>
          <a:bodyPr wrap="none" anchor="ctr" lIns="27432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Taipei Sans TC Beta"/>
              </a:defRPr>
            </a:pPr>
            <a:r>
              <a:t>關鍵證據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6600"/>
            <a:ext cx="8229600" cy="3535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準則及經金融監督管理委員會認可並發布生效之國際會計準則第 34 號期中財務報</a:t>
            </a:r>
          </a:p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(一)已採用金融監督管理委員會(以下簡稱「金管會」)認可並發布生效之新發</a:t>
            </a:r>
          </a:p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下表彙列金管會認可並發布生效之民國 114 年適用之國際財務報導準則會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Times New Roman"/>
              </a:defRPr>
            </a:pPr>
            <a:r>
              <a:t>2026/04/26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Tax Monitor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8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9144000" cy="648000"/>
          </a:xfrm>
          <a:prstGeom prst="rect">
            <a:avLst/>
          </a:prstGeom>
          <a:noFill/>
        </p:spPr>
        <p:txBody>
          <a:bodyPr wrap="none" anchor="ctr" lIns="27432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Taipei Sans TC Beta"/>
              </a:defRPr>
            </a:pPr>
            <a:r>
              <a:t>建議行動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76600"/>
            <a:ext cx="8229600" cy="3535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確認是否影響既有流程</a:t>
            </a:r>
          </a:p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納入本月監控清單</a:t>
            </a:r>
          </a:p>
          <a:p>
            <a:pPr>
              <a:spcAft>
                <a:spcPts val="1200"/>
              </a:spcAft>
              <a:defRPr sz="2200">
                <a:solidFill>
                  <a:srgbClr val="222C38"/>
                </a:solidFill>
                <a:latin typeface="Taipei Sans TC Beta"/>
              </a:defRPr>
            </a:pPr>
            <a:r>
              <a:t>• 整理受影響部門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Times New Roman"/>
              </a:defRPr>
            </a:pPr>
            <a:r>
              <a:t>2026/04/26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1200" y="4927500"/>
            <a:ext cx="1461599" cy="21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8691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latin typeface="Times New Roman"/>
              </a:defRPr>
            </a:pPr>
            <a:r>
              <a:t>Tax Monitor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