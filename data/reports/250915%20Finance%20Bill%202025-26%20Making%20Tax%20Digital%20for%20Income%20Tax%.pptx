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250915%20Finance%20Bill%202025-26%20Making%20Tax%20Digital%20for%20Income%20Tax%20and%20penalty%20reform%20-%20CIOT%20comments.pdf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April 24,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頁1：政策概述與範圍: 英國「Making Tax Digital」政策強制納稅人使用數位工具申报所得稅，同步改革罰款制度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頁2：風險判斷與影響: 風險等級：High（系統轉換成本、數據準確性、罰款改革增加違規成本）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未命名頁: 立即行動：評估現有系統是否符合數位化義務，預留轉換預算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頁1：政策概述與範圍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英國「Making Tax Digital」政策強制納稅人使用數位工具申报所得稅，同步改革罰款制度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修法範圍擴大至包含可能產生應稅收入的商業活動（如自營業者、中小企業）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生效日期待立法通過後確定，需密切追蹤立法進度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頁2：風險判斷與影響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風險等級：High（系統轉換成本、數據準確性、罰款改革增加違規成本）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關鍵風險點：1. 數位系統整合成本 2. 違規罰款金額可能提高 3. 資料管理失誤導致稅務爭議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影響對象：中小企業及自營業者需配合HMRC數位系統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未命名頁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立即行動：評估現有系統是否符合數位化義務，預留轉換預算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數據管理：建立內部資料稽核機制，確保與HMRC系統數據一致性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法規監測：持續追蹤立法進度，提前規劃合規調整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風險緩釋：與專業會計師合作，制定罰款改革應對方案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