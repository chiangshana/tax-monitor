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CFC及全球最低稅負制上路 跨國集團應立即行動以因應新制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PwC refers to the PwC network and/or one or more of its member firms, each of which is a separate legal entity.；全球最低稅負制規定複雜，臺資集團在套用自身財務數據進行稅負評估時，很可能會發生各種問題與疑問，以及產生一些誤解，以為自身不會受到全球最低稅負制影響。曾博昇提醒，其中一項最常見的疑惑就是享受租稅優惠的子公司是否會受到衝擊。雖然全球最低稅負制計算允許母公司進行某些類型的跨境稅負分配，以增加子公司管轄區的有效稅率，因此企業會誤以為一定不會產生補充稅；但在各國競相訂定合格國內最低稅負制（Qualified Domestic Minimum Top-up Tax ，QDMTT）後，為保障子公司管轄區的優先課稅權，QDMTT計算並不允許母公司進行跨境稅負分配，以至於享受租稅優惠的子公司管轄區，課徵QDMTT的可能性大增。；（Controlled Foreign Company，CFC）制度將於2024年度首次申報，全球最低稅負制（Global Anti-Base Erosion，GloBE，又稱支柱二）則預計從2024年起在歐盟、日、韓、越等多國導入，並將在2025年起在星、馬、泰、港等國家/地區實施。為協助企業了解全球最低稅負制及CFC投資收益計算的疑義及對跨國集團稅負評估、投資架構、財報揭露和申報資訊的交互影響，資誠聯合會計師事務所於2024年4月9日舉辦「臺灣及國際租稅環境改變的挑戰與因應─受控外國企業暨全球最低稅負制首年實施」研討會，彙總臺灣及全球稅務環境，並解析跨國企業應如何因應稅務環境變化。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風險等級：Medium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（Controlled Foreign Company，CFC）制度將於2024年度首次申報，全球最低稅負制（Global Anti-Base Erosion，GloBE，又稱支柱二）則預計從2024年起在歐盟、日、韓、越等多國導入，並將在2025年起在星、馬、泰、港等國家/地區實施。為協助企業了解全球最低稅負制及CFC投資收益計算的疑義及對跨國集團稅負評估、投資架構、財報揭露和申報資訊的交互影響，資誠聯合會計師事務所於2024年4月9日舉辦「臺灣及國際租稅環境改變的挑戰與因應─受控外國企業暨全球最低稅負制首年實施」研討會，彙總臺灣及全球稅務環境，並解析跨國企業應如何因應稅務環境變化。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確認是否影響既有流程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PwC refers to the PwC network and/or one or more of its member firms, each of which is a separate legal entity.；全球最低稅負制規定複雜，臺資集團在套用自身財務數據進行稅負評估時，很可能會發生各種問題與疑問，以及產生一些誤解，以為自身不會受到全球最低稅負制影響。曾博昇提醒，其中一項最常見的疑惑就是享受租稅優惠的子公司是否會受到衝擊。雖然全球最低稅負制計算允許母公司進行某些類型的跨境稅負分配，以增加子公司管轄區的有效稅率，因此企業會誤以為一定不會產生補充稅；但在各國競相訂定合格國內最低稅負制（Qualified Domestic Minimum Top-up Tax ，QDMTT）後，為保障子公司管轄區的優先課稅權，QDMTT計算並不允許母公司進行跨境稅負分配，以至於享受租稅優惠的子公司管轄區，課徵QDMTT的可能性大增。；（Controlled Foreign Company，CFC）制度將於2024年度首次申報，全球最低稅負制（Global Anti-Base Erosion，GloBE，又稱支柱二）則預計從2024年起在歐盟、日、韓、越等多國導入，並將在2025年起在星、馬、泰、港等國家/地區實施。為協助企業了解全球最低稅負制及CFC投資收益計算的疑義及對跨國集團稅負評估、投資架構、財報揭露和申報資訊的交互影響，資誠聯合會計師事務所於2024年4月9日舉辦「臺灣及國際租稅環境改變的挑戰與因應─受控外國企業暨全球最低稅負制首年實施」研討會，彙總臺灣及全球稅務環境，並解析跨國企業應如何因應稅務環境變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（Controlled Foreign Company，CFC）制度將於2024年度首次申報，全球最低稅負制（Global Anti-Base Erosion，GloBE，又稱支柱二）則預計從2024年起在歐盟、日、韓、越等多國導入，並將在2025年起在星、馬、泰、港等國家/地區實施。為協助企業了解全球最低稅負制及CFC投資收益計算的疑義及對跨國集團稅負評估、投資架構、財報揭露和申報資訊的交互影響，資誠聯合會計師事務所於2024年4月9日舉辦「臺灣及國際租稅環境改變的挑戰與因應─受控外國企業暨全球最低稅負制首年實施」研討會，彙總臺灣及全球稅務環境，並解析跨國企業應如何因應稅務環境變化。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PwC refers to the PwC network and/or one or more of its member firms, each of which is a separate legal entity.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資誠聯合會計師事務所稅務法律服務營運長許祺昌指出，由於2024年為納稅義務人首次申報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確認是否影響既有流程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納入本月監控清單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整理受影響部門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