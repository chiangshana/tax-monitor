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Related%20Party%20Transactions%20Management%20Regulation.pdf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Subject: Revisd the Company's "Related Party Transactions Management Regulation"；The company revised the "Related Party Transactions Management Regulation" with；The term “related party” referred herein shall be determined in accordance with the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風險等級：Medium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This Corporation shall ensure that any subsidiary develops an effective internal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確認是否影響既有流程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Subject: Revisd the Company's "Related Party Transactions Management Regulation"；The company revised the "Related Party Transactions Management Regulation" with；The term “related party” referred herein shall be determined in accordance with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This Corporation shall ensure that any subsidiary develops an effective internal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If a related party experiences financial difficulties, this Corporation shall obtain its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Subject: Revisd the Company's "Related Party Transactions Management Regulation"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確認是否影響既有流程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納入本月監控清單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整理受影響部門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