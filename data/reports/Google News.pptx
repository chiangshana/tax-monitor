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Google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監測摘要: [Translation preview only | en -&gt; zh]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風險判斷: 風險等級：Low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關鍵證據: No detail generated.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建議行動: 持續追蹤後續公告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監測摘要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[Translation preview only | en -&gt; zh]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風險判斷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風險等級：Low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關鍵證據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No detail generated.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建議行動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持續追蹤後續公告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保留本次摘要供日後比對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