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C6C5C"/>
          </a:solidFill>
          <a:ln>
            <a:solidFill>
              <a:srgbClr val="1C6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"/>
            <a:ext cx="5029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Tax Monitor Risk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80467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8212B"/>
                </a:solidFill>
              </a:defRPr>
            </a:pPr>
            <a:r>
              <a:t>Smoke Test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88920"/>
            <a:ext cx="6949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56373"/>
                </a:solidFill>
              </a:defRPr>
            </a:pPr>
            <a:r>
              <a:t>Automated tax research, risk triage, and management-ready 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3749039"/>
            <a:ext cx="2148840" cy="438912"/>
          </a:xfrm>
          <a:prstGeom prst="rect">
            <a:avLst/>
          </a:prstGeom>
          <a:solidFill>
            <a:srgbClr val="1C6C5C"/>
          </a:solidFill>
          <a:ln>
            <a:solidFill>
              <a:srgbClr val="1C6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Generated by Tax Monitor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C6C5C"/>
          </a:solidFill>
          <a:ln>
            <a:solidFill>
              <a:srgbClr val="1C6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"/>
            <a:ext cx="5029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Executive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12B"/>
                </a:solidFill>
              </a:defRPr>
            </a:pPr>
            <a:r>
              <a:t>Key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22C38"/>
                </a:solidFill>
              </a:defRPr>
            </a:pPr>
            <a:r>
              <a:t>Risk Summary: High risk item</a:t>
            </a:r>
          </a:p>
          <a:p>
            <a:pPr>
              <a:spcAft>
                <a:spcPts val="1200"/>
              </a:spcAft>
              <a:defRPr sz="1700">
                <a:solidFill>
                  <a:srgbClr val="222C38"/>
                </a:solidFill>
              </a:defRPr>
            </a:pPr>
            <a:r>
              <a:t>Recommended Action: Review filing obligation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C6C5C"/>
          </a:solidFill>
          <a:ln>
            <a:solidFill>
              <a:srgbClr val="1C6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"/>
            <a:ext cx="5029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Tax Monitor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12B"/>
                </a:solidFill>
              </a:defRPr>
            </a:pPr>
            <a:r>
              <a:t>Risk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042416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C38"/>
                </a:solidFill>
              </a:defRPr>
            </a:pPr>
            <a:r>
              <a:t>High risk item</a:t>
            </a:r>
          </a:p>
          <a:p>
            <a:pPr>
              <a:spcAft>
                <a:spcPts val="1000"/>
              </a:spcAft>
              <a:defRPr sz="1800">
                <a:solidFill>
                  <a:srgbClr val="222C38"/>
                </a:solidFill>
              </a:defRPr>
            </a:pPr>
            <a:r>
              <a:t>Effective date found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C6C5C"/>
          </a:solidFill>
          <a:ln>
            <a:solidFill>
              <a:srgbClr val="1C6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"/>
            <a:ext cx="5029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Tax Monitor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12B"/>
                </a:solidFill>
              </a:defRPr>
            </a:pPr>
            <a:r>
              <a:t>Recommended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042416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C38"/>
                </a:solidFill>
              </a:defRPr>
            </a:pPr>
            <a:r>
              <a:t>Review filing obligation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